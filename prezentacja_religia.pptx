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17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3338"/>
            <a:ext cx="7772400" cy="1470025"/>
          </a:xfrm>
        </p:spPr>
        <p:txBody>
          <a:bodyPr>
            <a:noAutofit/>
          </a:bodyPr>
          <a:lstStyle/>
          <a:p>
            <a:pPr>
              <a:defRPr sz="5400" b="1">
                <a:solidFill>
                  <a:srgbClr val="FFD700"/>
                </a:solidFill>
              </a:defRPr>
            </a:pPr>
            <a:r>
              <a:rPr sz="5400" dirty="0" err="1"/>
              <a:t>Błogosławieni</a:t>
            </a:r>
            <a:endParaRPr sz="5400" dirty="0"/>
          </a:p>
          <a:p>
            <a:r>
              <a:rPr sz="5400" dirty="0" err="1">
                <a:solidFill>
                  <a:srgbClr val="C00000"/>
                </a:solidFill>
              </a:rPr>
              <a:t>czystego</a:t>
            </a:r>
            <a:r>
              <a:rPr sz="5400" dirty="0">
                <a:solidFill>
                  <a:srgbClr val="C00000"/>
                </a:solidFill>
              </a:rPr>
              <a:t> </a:t>
            </a:r>
            <a:r>
              <a:rPr sz="5400" dirty="0" err="1">
                <a:solidFill>
                  <a:srgbClr val="C00000"/>
                </a:solidFill>
              </a:rPr>
              <a:t>serca</a:t>
            </a:r>
            <a:endParaRPr sz="54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4477"/>
            <a:ext cx="6400800" cy="1752600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F8FAFC"/>
                </a:solidFill>
              </a:defRPr>
            </a:pPr>
            <a:r>
              <a:rPr sz="2400" dirty="0"/>
              <a:t>...</a:t>
            </a:r>
            <a:r>
              <a:rPr sz="2400" dirty="0" err="1"/>
              <a:t>albowiem</a:t>
            </a:r>
            <a:r>
              <a:rPr sz="2400" dirty="0"/>
              <a:t> oni Boga </a:t>
            </a:r>
            <a:r>
              <a:rPr sz="2400" dirty="0" err="1"/>
              <a:t>oglądać</a:t>
            </a:r>
            <a:r>
              <a:rPr sz="2400" dirty="0"/>
              <a:t> </a:t>
            </a:r>
            <a:r>
              <a:rPr sz="2400" dirty="0" err="1"/>
              <a:t>będą</a:t>
            </a:r>
            <a:r>
              <a:rPr sz="2400" dirty="0"/>
              <a:t>.</a:t>
            </a:r>
          </a:p>
          <a:p>
            <a:r>
              <a:rPr sz="2400" dirty="0"/>
              <a:t>(Mt 5, 8)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FB78250-1C92-98DE-CB50-171DF50C27C0}"/>
              </a:ext>
            </a:extLst>
          </p:cNvPr>
          <p:cNvSpPr txBox="1"/>
          <p:nvPr/>
        </p:nvSpPr>
        <p:spPr>
          <a:xfrm>
            <a:off x="7142672" y="6211669"/>
            <a:ext cx="200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>
                    <a:lumMod val="95000"/>
                  </a:schemeClr>
                </a:solidFill>
              </a:rPr>
              <a:t>Paweł Ślęzak 1R</a:t>
            </a:r>
            <a:br>
              <a:rPr lang="pl-PL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pl-PL" dirty="0">
                <a:solidFill>
                  <a:schemeClr val="bg1">
                    <a:lumMod val="95000"/>
                  </a:schemeClr>
                </a:solidFill>
              </a:rPr>
              <a:t>Emil Pożyczka 1R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  <a:latin typeface="Arial"/>
              </a:defRPr>
            </a:pPr>
            <a:r>
              <a:t>O kogo chodzi?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/>
              <a:t> </a:t>
            </a:r>
            <a:r>
              <a:rPr dirty="0" err="1"/>
              <a:t>Wyrażenie</a:t>
            </a:r>
            <a:r>
              <a:rPr dirty="0"/>
              <a:t> „</a:t>
            </a:r>
            <a:r>
              <a:rPr dirty="0" err="1"/>
              <a:t>czyste</a:t>
            </a:r>
            <a:r>
              <a:rPr dirty="0"/>
              <a:t> </a:t>
            </a:r>
            <a:r>
              <a:rPr dirty="0" err="1"/>
              <a:t>serce</a:t>
            </a:r>
            <a:r>
              <a:rPr dirty="0"/>
              <a:t>” </a:t>
            </a:r>
            <a:r>
              <a:rPr dirty="0" err="1"/>
              <a:t>dotyczy</a:t>
            </a:r>
            <a:r>
              <a:rPr dirty="0"/>
              <a:t> </a:t>
            </a:r>
            <a:r>
              <a:rPr dirty="0" err="1"/>
              <a:t>całego</a:t>
            </a:r>
            <a:r>
              <a:rPr dirty="0"/>
              <a:t> </a:t>
            </a:r>
            <a:r>
              <a:rPr dirty="0" err="1"/>
              <a:t>wnętrza</a:t>
            </a:r>
            <a:r>
              <a:rPr dirty="0"/>
              <a:t> </a:t>
            </a:r>
            <a:r>
              <a:rPr dirty="0" err="1"/>
              <a:t>człowieka</a:t>
            </a:r>
            <a:r>
              <a:rPr dirty="0"/>
              <a:t>: </a:t>
            </a:r>
            <a:r>
              <a:rPr dirty="0" err="1"/>
              <a:t>intelektu</a:t>
            </a:r>
            <a:r>
              <a:rPr dirty="0"/>
              <a:t>, </a:t>
            </a:r>
            <a:r>
              <a:rPr dirty="0" err="1"/>
              <a:t>woli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decyzji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/>
              <a:t> </a:t>
            </a:r>
            <a:r>
              <a:rPr dirty="0" err="1"/>
              <a:t>Ludzie</a:t>
            </a:r>
            <a:r>
              <a:rPr dirty="0"/>
              <a:t> o </a:t>
            </a:r>
            <a:r>
              <a:rPr dirty="0" err="1"/>
              <a:t>nierozdwojonym</a:t>
            </a:r>
            <a:r>
              <a:rPr dirty="0"/>
              <a:t> </a:t>
            </a:r>
            <a:r>
              <a:rPr dirty="0" err="1"/>
              <a:t>sercu</a:t>
            </a:r>
            <a:r>
              <a:rPr dirty="0"/>
              <a:t>, </a:t>
            </a:r>
            <a:r>
              <a:rPr dirty="0" err="1"/>
              <a:t>szczerzy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autentyczni</a:t>
            </a:r>
            <a:r>
              <a:rPr dirty="0"/>
              <a:t>.</a:t>
            </a:r>
            <a:endParaRPr lang="pl-PL" dirty="0"/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/>
              <a:t>Ci, </a:t>
            </a:r>
            <a:r>
              <a:rPr dirty="0" err="1"/>
              <a:t>którzy</a:t>
            </a:r>
            <a:r>
              <a:rPr dirty="0"/>
              <a:t> </a:t>
            </a:r>
            <a:r>
              <a:rPr dirty="0" err="1"/>
              <a:t>szukają</a:t>
            </a:r>
            <a:r>
              <a:rPr dirty="0"/>
              <a:t> </a:t>
            </a:r>
            <a:r>
              <a:rPr dirty="0" err="1"/>
              <a:t>woli</a:t>
            </a:r>
            <a:r>
              <a:rPr dirty="0"/>
              <a:t> </a:t>
            </a:r>
            <a:r>
              <a:rPr dirty="0" err="1"/>
              <a:t>Bożej</a:t>
            </a:r>
            <a:r>
              <a:rPr dirty="0"/>
              <a:t> bez </a:t>
            </a:r>
            <a:r>
              <a:rPr dirty="0" err="1"/>
              <a:t>obłudy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 err="1"/>
              <a:t>Osoby</a:t>
            </a:r>
            <a:r>
              <a:rPr dirty="0"/>
              <a:t> </a:t>
            </a:r>
            <a:r>
              <a:rPr dirty="0" err="1"/>
              <a:t>wolne</a:t>
            </a:r>
            <a:r>
              <a:rPr dirty="0"/>
              <a:t> od </a:t>
            </a:r>
            <a:r>
              <a:rPr dirty="0" err="1"/>
              <a:t>pychy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przywiązania</a:t>
            </a:r>
            <a:r>
              <a:rPr dirty="0"/>
              <a:t> do </a:t>
            </a:r>
            <a:r>
              <a:rPr dirty="0" err="1"/>
              <a:t>grzechu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  <a:latin typeface="Arial"/>
              </a:defRPr>
            </a:pPr>
            <a:r>
              <a:t>Treść Błogosławieństwa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 err="1"/>
              <a:t>Obietnica</a:t>
            </a:r>
            <a:r>
              <a:rPr dirty="0"/>
              <a:t> „</a:t>
            </a:r>
            <a:r>
              <a:rPr dirty="0" err="1"/>
              <a:t>oglądania</a:t>
            </a:r>
            <a:r>
              <a:rPr dirty="0"/>
              <a:t> Boga” ma </a:t>
            </a:r>
            <a:r>
              <a:rPr dirty="0" err="1"/>
              <a:t>wymiar</a:t>
            </a:r>
            <a:r>
              <a:rPr dirty="0"/>
              <a:t> </a:t>
            </a:r>
            <a:r>
              <a:rPr dirty="0" err="1"/>
              <a:t>podwójny</a:t>
            </a:r>
            <a:r>
              <a:rPr dirty="0"/>
              <a:t>:</a:t>
            </a:r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/>
              <a:t> </a:t>
            </a:r>
            <a:r>
              <a:rPr dirty="0" err="1"/>
              <a:t>Mowa</a:t>
            </a:r>
            <a:r>
              <a:rPr dirty="0"/>
              <a:t> o </a:t>
            </a:r>
            <a:r>
              <a:rPr dirty="0" err="1"/>
              <a:t>dostrzeganiu</a:t>
            </a:r>
            <a:r>
              <a:rPr dirty="0"/>
              <a:t> Boga w </a:t>
            </a:r>
            <a:r>
              <a:rPr dirty="0" err="1"/>
              <a:t>codzienności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drugim</a:t>
            </a:r>
            <a:r>
              <a:rPr dirty="0"/>
              <a:t> </a:t>
            </a:r>
            <a:r>
              <a:rPr dirty="0" err="1"/>
              <a:t>człowieku</a:t>
            </a:r>
            <a:r>
              <a:rPr dirty="0"/>
              <a:t> (Teraz).</a:t>
            </a:r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 err="1"/>
              <a:t>Ostateczne</a:t>
            </a:r>
            <a:r>
              <a:rPr dirty="0"/>
              <a:t> </a:t>
            </a:r>
            <a:r>
              <a:rPr dirty="0" err="1"/>
              <a:t>spotkanie</a:t>
            </a:r>
            <a:r>
              <a:rPr dirty="0"/>
              <a:t> „</a:t>
            </a:r>
            <a:r>
              <a:rPr dirty="0" err="1"/>
              <a:t>twarzą</a:t>
            </a:r>
            <a:r>
              <a:rPr dirty="0"/>
              <a:t> w </a:t>
            </a:r>
            <a:r>
              <a:rPr dirty="0" err="1"/>
              <a:t>twarz</a:t>
            </a:r>
            <a:r>
              <a:rPr dirty="0"/>
              <a:t>” w </a:t>
            </a:r>
            <a:r>
              <a:rPr dirty="0" err="1"/>
              <a:t>Niebie</a:t>
            </a:r>
            <a:r>
              <a:rPr dirty="0"/>
              <a:t> - Visio </a:t>
            </a:r>
            <a:r>
              <a:rPr dirty="0" err="1"/>
              <a:t>Beatifica</a:t>
            </a:r>
            <a:r>
              <a:rPr dirty="0"/>
              <a:t> (W </a:t>
            </a:r>
            <a:r>
              <a:rPr dirty="0" err="1"/>
              <a:t>wieczności</a:t>
            </a:r>
            <a:r>
              <a:rPr dirty="0"/>
              <a:t>).</a:t>
            </a:r>
          </a:p>
          <a:p>
            <a:pPr>
              <a:spcAft>
                <a:spcPts val="1400"/>
              </a:spcAft>
              <a:defRPr sz="2800">
                <a:solidFill>
                  <a:srgbClr val="F8FAFC"/>
                </a:solidFill>
              </a:defRPr>
            </a:pPr>
            <a:r>
              <a:rPr dirty="0"/>
              <a:t>Warunek: </a:t>
            </a:r>
            <a:r>
              <a:rPr dirty="0" err="1"/>
              <a:t>Czystość</a:t>
            </a:r>
            <a:r>
              <a:rPr dirty="0"/>
              <a:t> </a:t>
            </a:r>
            <a:r>
              <a:rPr dirty="0" err="1"/>
              <a:t>intencji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robienie</a:t>
            </a:r>
            <a:r>
              <a:rPr dirty="0"/>
              <a:t> </a:t>
            </a:r>
            <a:r>
              <a:rPr dirty="0" err="1"/>
              <a:t>wszystkiego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chwałę</a:t>
            </a:r>
            <a:r>
              <a:rPr dirty="0"/>
              <a:t> </a:t>
            </a:r>
            <a:r>
              <a:rPr dirty="0" err="1"/>
              <a:t>Bożą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</a:defRPr>
            </a:pPr>
            <a:r>
              <a:t>Ważne Cytaty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i="1">
                <a:solidFill>
                  <a:srgbClr val="F8FAFC"/>
                </a:solidFill>
              </a:defRPr>
            </a:pPr>
            <a:r>
              <a:rPr dirty="0"/>
              <a:t>"</a:t>
            </a:r>
            <a:r>
              <a:rPr dirty="0" err="1"/>
              <a:t>Stwórz</a:t>
            </a:r>
            <a:r>
              <a:rPr dirty="0"/>
              <a:t>, o </a:t>
            </a:r>
            <a:r>
              <a:rPr dirty="0" err="1"/>
              <a:t>Boże</a:t>
            </a:r>
            <a:r>
              <a:rPr dirty="0"/>
              <a:t>, we </a:t>
            </a:r>
            <a:r>
              <a:rPr dirty="0" err="1"/>
              <a:t>mnie</a:t>
            </a:r>
            <a:r>
              <a:rPr dirty="0"/>
              <a:t> </a:t>
            </a:r>
            <a:r>
              <a:rPr dirty="0" err="1"/>
              <a:t>serce</a:t>
            </a:r>
            <a:r>
              <a:rPr dirty="0"/>
              <a:t> </a:t>
            </a:r>
            <a:r>
              <a:rPr dirty="0" err="1"/>
              <a:t>czyste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odnów</a:t>
            </a:r>
            <a:r>
              <a:rPr dirty="0"/>
              <a:t> we </a:t>
            </a:r>
            <a:r>
              <a:rPr dirty="0" err="1"/>
              <a:t>mnie</a:t>
            </a:r>
            <a:r>
              <a:rPr dirty="0"/>
              <a:t> </a:t>
            </a:r>
            <a:r>
              <a:rPr dirty="0" err="1"/>
              <a:t>ducha</a:t>
            </a:r>
            <a:r>
              <a:rPr dirty="0"/>
              <a:t> </a:t>
            </a:r>
            <a:r>
              <a:rPr dirty="0" err="1"/>
              <a:t>prawego</a:t>
            </a:r>
            <a:r>
              <a:rPr dirty="0"/>
              <a:t>."</a:t>
            </a:r>
          </a:p>
          <a:p>
            <a:pPr algn="r">
              <a:defRPr sz="2000">
                <a:solidFill>
                  <a:srgbClr val="00D2FF"/>
                </a:solidFill>
              </a:defRPr>
            </a:pPr>
            <a:r>
              <a:rPr dirty="0"/>
              <a:t>— Psalm 51,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82296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i="1">
                <a:solidFill>
                  <a:srgbClr val="F8FAFC"/>
                </a:solidFill>
              </a:defRPr>
            </a:pPr>
            <a:r>
              <a:rPr dirty="0"/>
              <a:t>"Celem </a:t>
            </a:r>
            <a:r>
              <a:rPr dirty="0" err="1"/>
              <a:t>zaś</a:t>
            </a:r>
            <a:r>
              <a:rPr dirty="0"/>
              <a:t> </a:t>
            </a:r>
            <a:r>
              <a:rPr dirty="0" err="1"/>
              <a:t>tego</a:t>
            </a:r>
            <a:r>
              <a:rPr dirty="0"/>
              <a:t> </a:t>
            </a:r>
            <a:r>
              <a:rPr dirty="0" err="1"/>
              <a:t>nakazu</a:t>
            </a:r>
            <a:r>
              <a:rPr dirty="0"/>
              <a:t> jest </a:t>
            </a:r>
            <a:r>
              <a:rPr dirty="0" err="1"/>
              <a:t>miłość</a:t>
            </a:r>
            <a:r>
              <a:rPr dirty="0"/>
              <a:t> </a:t>
            </a:r>
            <a:r>
              <a:rPr dirty="0" err="1"/>
              <a:t>płynąca</a:t>
            </a:r>
            <a:r>
              <a:rPr dirty="0"/>
              <a:t> z </a:t>
            </a:r>
            <a:r>
              <a:rPr dirty="0" err="1"/>
              <a:t>czystego</a:t>
            </a:r>
            <a:r>
              <a:rPr dirty="0"/>
              <a:t> </a:t>
            </a:r>
            <a:r>
              <a:rPr dirty="0" err="1"/>
              <a:t>serca</a:t>
            </a:r>
            <a:r>
              <a:rPr dirty="0"/>
              <a:t>, z </a:t>
            </a:r>
            <a:r>
              <a:rPr dirty="0" err="1"/>
              <a:t>dobrego</a:t>
            </a:r>
            <a:r>
              <a:rPr dirty="0"/>
              <a:t> </a:t>
            </a:r>
            <a:r>
              <a:rPr dirty="0" err="1"/>
              <a:t>sumienia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z </a:t>
            </a:r>
            <a:r>
              <a:rPr dirty="0" err="1"/>
              <a:t>wiary</a:t>
            </a:r>
            <a:r>
              <a:rPr dirty="0"/>
              <a:t> </a:t>
            </a:r>
            <a:r>
              <a:rPr dirty="0" err="1"/>
              <a:t>nieobłudnej</a:t>
            </a:r>
            <a:r>
              <a:rPr dirty="0"/>
              <a:t>."</a:t>
            </a:r>
          </a:p>
          <a:p>
            <a:pPr algn="r">
              <a:defRPr sz="2000">
                <a:solidFill>
                  <a:srgbClr val="00D2FF"/>
                </a:solidFill>
              </a:defRPr>
            </a:pPr>
            <a:r>
              <a:rPr dirty="0"/>
              <a:t>— 1 Tm 1,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  <a:latin typeface="Arial"/>
              </a:defRPr>
            </a:pPr>
            <a:r>
              <a:t>Jak dbać o czystość serca?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Sakramenty</a:t>
            </a:r>
            <a:r>
              <a:rPr dirty="0"/>
              <a:t>: </a:t>
            </a:r>
            <a:r>
              <a:rPr dirty="0" err="1"/>
              <a:t>Regularna</a:t>
            </a:r>
            <a:r>
              <a:rPr dirty="0"/>
              <a:t> </a:t>
            </a:r>
            <a:r>
              <a:rPr dirty="0" err="1"/>
              <a:t>spowiedź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Eucharystia</a:t>
            </a:r>
            <a:r>
              <a:rPr dirty="0"/>
              <a:t>.</a:t>
            </a:r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Modlitwa</a:t>
            </a:r>
            <a:r>
              <a:rPr dirty="0"/>
              <a:t>: </a:t>
            </a:r>
            <a:r>
              <a:rPr dirty="0" err="1"/>
              <a:t>Codzienny</a:t>
            </a:r>
            <a:r>
              <a:rPr dirty="0"/>
              <a:t> dialog z </a:t>
            </a:r>
            <a:r>
              <a:rPr dirty="0" err="1"/>
              <a:t>Bogiem</a:t>
            </a:r>
            <a:r>
              <a:rPr dirty="0"/>
              <a:t>.</a:t>
            </a:r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Słowo</a:t>
            </a:r>
            <a:r>
              <a:rPr dirty="0"/>
              <a:t> </a:t>
            </a:r>
            <a:r>
              <a:rPr dirty="0" err="1"/>
              <a:t>Boże</a:t>
            </a:r>
            <a:r>
              <a:rPr dirty="0"/>
              <a:t>: </a:t>
            </a:r>
            <a:r>
              <a:rPr dirty="0" err="1"/>
              <a:t>Czytanie</a:t>
            </a:r>
            <a:r>
              <a:rPr dirty="0"/>
              <a:t> </a:t>
            </a:r>
            <a:r>
              <a:rPr dirty="0" err="1"/>
              <a:t>Pisma</a:t>
            </a:r>
            <a:r>
              <a:rPr dirty="0"/>
              <a:t> </a:t>
            </a:r>
            <a:r>
              <a:rPr dirty="0" err="1"/>
              <a:t>Świętego</a:t>
            </a:r>
            <a:r>
              <a:rPr dirty="0"/>
              <a:t>.</a:t>
            </a:r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Czynienie</a:t>
            </a:r>
            <a:r>
              <a:rPr dirty="0"/>
              <a:t> dobra: </a:t>
            </a:r>
            <a:r>
              <a:rPr dirty="0" err="1"/>
              <a:t>Unikanie</a:t>
            </a:r>
            <a:r>
              <a:rPr dirty="0"/>
              <a:t> </a:t>
            </a:r>
            <a:r>
              <a:rPr dirty="0" err="1"/>
              <a:t>grzechu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pomoc</a:t>
            </a:r>
            <a:r>
              <a:rPr dirty="0"/>
              <a:t> </a:t>
            </a:r>
            <a:r>
              <a:rPr dirty="0" err="1"/>
              <a:t>bliźnim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D700"/>
                </a:solidFill>
                <a:latin typeface="Arial"/>
              </a:defRPr>
            </a:pPr>
            <a:r>
              <a:t>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Błogosławieństwo</a:t>
            </a:r>
            <a:r>
              <a:rPr dirty="0"/>
              <a:t> </a:t>
            </a:r>
            <a:r>
              <a:rPr dirty="0" err="1"/>
              <a:t>czystego</a:t>
            </a:r>
            <a:r>
              <a:rPr dirty="0"/>
              <a:t> </a:t>
            </a:r>
            <a:r>
              <a:rPr dirty="0" err="1"/>
              <a:t>serca</a:t>
            </a:r>
            <a:r>
              <a:rPr dirty="0"/>
              <a:t> to </a:t>
            </a:r>
            <a:r>
              <a:rPr dirty="0" err="1"/>
              <a:t>zaproszenie</a:t>
            </a:r>
            <a:r>
              <a:rPr dirty="0"/>
              <a:t> do </a:t>
            </a:r>
            <a:r>
              <a:rPr dirty="0" err="1"/>
              <a:t>transparentności</a:t>
            </a:r>
            <a:r>
              <a:rPr dirty="0"/>
              <a:t> </a:t>
            </a:r>
            <a:r>
              <a:rPr dirty="0" err="1"/>
              <a:t>przed</a:t>
            </a:r>
            <a:r>
              <a:rPr dirty="0"/>
              <a:t> </a:t>
            </a:r>
            <a:r>
              <a:rPr dirty="0" err="1"/>
              <a:t>Bogiem</a:t>
            </a:r>
            <a:r>
              <a:rPr dirty="0"/>
              <a:t>.</a:t>
            </a:r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To </a:t>
            </a:r>
            <a:r>
              <a:rPr dirty="0" err="1"/>
              <a:t>droga</a:t>
            </a:r>
            <a:r>
              <a:rPr dirty="0"/>
              <a:t> </a:t>
            </a:r>
            <a:r>
              <a:rPr dirty="0" err="1"/>
              <a:t>życia</a:t>
            </a:r>
            <a:r>
              <a:rPr dirty="0"/>
              <a:t> w </a:t>
            </a:r>
            <a:r>
              <a:rPr dirty="0" err="1"/>
              <a:t>prawdzie</a:t>
            </a:r>
            <a:r>
              <a:rPr dirty="0"/>
              <a:t>, bez </a:t>
            </a:r>
            <a:r>
              <a:rPr dirty="0" err="1"/>
              <a:t>masek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pozorów</a:t>
            </a:r>
            <a:r>
              <a:rPr dirty="0"/>
              <a:t>.</a:t>
            </a:r>
          </a:p>
          <a:p>
            <a:pPr marL="0" indent="0">
              <a:spcAft>
                <a:spcPts val="1400"/>
              </a:spcAft>
              <a:buNone/>
              <a:defRPr sz="2800">
                <a:solidFill>
                  <a:srgbClr val="F8FAFC"/>
                </a:solidFill>
              </a:defRPr>
            </a:pPr>
            <a:r>
              <a:rPr dirty="0"/>
              <a:t>• </a:t>
            </a:r>
            <a:r>
              <a:rPr dirty="0" err="1"/>
              <a:t>Nagrodą</a:t>
            </a:r>
            <a:r>
              <a:rPr dirty="0"/>
              <a:t> jest </a:t>
            </a:r>
            <a:r>
              <a:rPr dirty="0" err="1"/>
              <a:t>bliskość</a:t>
            </a:r>
            <a:r>
              <a:rPr dirty="0"/>
              <a:t> Boga w </a:t>
            </a:r>
            <a:r>
              <a:rPr dirty="0" err="1"/>
              <a:t>codziennym</a:t>
            </a:r>
            <a:r>
              <a:rPr dirty="0"/>
              <a:t> </a:t>
            </a:r>
            <a:r>
              <a:rPr dirty="0" err="1"/>
              <a:t>życiu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wizja</a:t>
            </a:r>
            <a:r>
              <a:rPr dirty="0"/>
              <a:t> </a:t>
            </a:r>
            <a:r>
              <a:rPr dirty="0" err="1"/>
              <a:t>Jego</a:t>
            </a:r>
            <a:r>
              <a:rPr dirty="0"/>
              <a:t> </a:t>
            </a:r>
            <a:r>
              <a:rPr dirty="0" err="1"/>
              <a:t>oblicza</a:t>
            </a:r>
            <a:r>
              <a:rPr dirty="0"/>
              <a:t> po </a:t>
            </a:r>
            <a:r>
              <a:rPr dirty="0" err="1"/>
              <a:t>śmierci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13282"/>
            <a:ext cx="73152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FFD700"/>
                </a:solidFill>
              </a:defRPr>
            </a:pPr>
            <a:r>
              <a:rPr dirty="0" err="1"/>
              <a:t>Dziękuj</a:t>
            </a:r>
            <a:r>
              <a:rPr lang="pl-PL" dirty="0" err="1"/>
              <a:t>emy</a:t>
            </a:r>
            <a:r>
              <a:rPr dirty="0"/>
              <a:t> za </a:t>
            </a:r>
            <a:r>
              <a:rPr dirty="0" err="1"/>
              <a:t>uwagę</a:t>
            </a:r>
            <a:endParaRPr dirty="0"/>
          </a:p>
          <a:p>
            <a:pPr algn="ctr">
              <a:defRPr sz="8000">
                <a:solidFill>
                  <a:srgbClr val="FFD700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257</Words>
  <Application>Microsoft Office PowerPoint</Application>
  <PresentationFormat>Pokaz na ekranie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Błogosławieni czystego serca</vt:lpstr>
      <vt:lpstr>O kogo chodzi?</vt:lpstr>
      <vt:lpstr>Treść Błogosławieństwa</vt:lpstr>
      <vt:lpstr>Ważne Cytaty</vt:lpstr>
      <vt:lpstr>Jak dbać o czystość serca?</vt:lpstr>
      <vt:lpstr>Podsumowanie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Slezak Pawel</cp:lastModifiedBy>
  <cp:revision>2</cp:revision>
  <dcterms:created xsi:type="dcterms:W3CDTF">2013-01-27T09:14:16Z</dcterms:created>
  <dcterms:modified xsi:type="dcterms:W3CDTF">2026-02-08T18:31:19Z</dcterms:modified>
  <cp:category/>
</cp:coreProperties>
</file>